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人工智能综合项目开发 · 期末答辩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课程论文智能写作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与润色系统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840480" y="2743200"/>
            <a:ext cx="109728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DeepSeek 大模型的 AI 论文辅助写作平台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选题5：论文自动生成及润色系统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项目背景与目标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课程论文写作耗时长、学生缺乏学术写作经验、格式排版繁琐。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机遇：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DeepSeek大模型具备强大的文本生成和语言理解能力，可辅助完成论文写作。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432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AI自动生成完整论文初稿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237744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7432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四种学术润色模式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37744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一键导出规范Word文档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36576" cy="10058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984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 前端层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| 分章节渲染 | 润色交互面板 | Word导出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0F3460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188720"/>
            <a:ext cx="36576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984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AI生成引擎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v4 API | 结构化Prompt | JSON格式化输出 | 分段生成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0F346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651760"/>
            <a:ext cx="36576" cy="10058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614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后端服务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REST | 论文管理 | 多轮对话 | 历史记录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65176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0F3460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2651760"/>
            <a:ext cx="36576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7614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润色引擎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063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语法修正 | 学术化改写 | 内容扩展 | 文本精简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0F3460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840480"/>
            <a:ext cx="36576" cy="10058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50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导出模块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251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python-docx | 规范格式 | 宋体/黑体 | GB/T 7714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84048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0F3460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3840480"/>
            <a:ext cx="36576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950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多轮交互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4251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上下文保持 | 逐段修改 | 反复打磨 | 版本管理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核心功能详解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论文生成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输入主题+关键词+大纲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DeepSeek自动生成：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标题→摘要→正文→结论→参考文献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学术润色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四种模式：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语法修正 / 学术化改写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内容扩展 / 文本精简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返回修改说明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Word导出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python-docx生成规范文档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宋体正文+黑体标题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1.5倍行距+首行缩进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多轮交互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6118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支持逐章修改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上下文保持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反复打磨优化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31089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0F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前端界面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36118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分章节卡片渲染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润色结果对比展示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一键导出下载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技术亮点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v4 推理模型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使用DeepSeek v4-flash推理模型，具备强大的链式思考和长文本生成能力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84048" cy="38404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 Prompt 工程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926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精心设计System Prompt + JSON格式化指令，确保输出结构一致且内容高质量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384048" cy="38404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63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017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python-docx 规范导出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按学术论文标准设置页边距、行距、字体、缩进，生成可直接提交的Word文档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384048" cy="38404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多模式润色引擎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2926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支持语法修正、学术化改写、内容扩展、文本精简四种模式，满足不同需求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项目成果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4114800" cy="411480"/>
          </a:xfrm>
          <a:prstGeom prst="roundRect">
            <a:avLst>
              <a:gd name="adj" fmla="val 8889"/>
            </a:avLst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45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AI自动生成完整课程论文（标题+摘要+正文+结论+参考文献）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114800" cy="411480"/>
          </a:xfrm>
          <a:prstGeom prst="roundRect">
            <a:avLst>
              <a:gd name="adj" fmla="val 8889"/>
            </a:avLst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48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四种润色模式满足不同学术写作需求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4114800" cy="411480"/>
          </a:xfrm>
          <a:prstGeom prst="roundRect">
            <a:avLst>
              <a:gd name="adj" fmla="val 8889"/>
            </a:avLst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51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一键导出符合规范的Word格式文档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4114800" cy="411480"/>
          </a:xfrm>
          <a:prstGeom prst="roundRect">
            <a:avLst>
              <a:gd name="adj" fmla="val 8889"/>
            </a:avLst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154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精美的前端界面，支持论文预览和润色交互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未来方向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1645920"/>
            <a:ext cx="3840480" cy="347472"/>
          </a:xfrm>
          <a:prstGeom prst="roundRect">
            <a:avLst>
              <a:gd name="adj" fmla="val 10526"/>
            </a:avLst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6459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支持LaTeX和PDF导出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084832"/>
            <a:ext cx="3840480" cy="347472"/>
          </a:xfrm>
          <a:prstGeom prst="roundRect">
            <a:avLst>
              <a:gd name="adj" fmla="val 10526"/>
            </a:avLst>
          </a:prstGeom>
          <a:solidFill>
            <a:srgbClr val="0F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0848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增加参考文献自动检索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523744"/>
            <a:ext cx="3840480" cy="347472"/>
          </a:xfrm>
          <a:prstGeom prst="roundRect">
            <a:avLst>
              <a:gd name="adj" fmla="val 10526"/>
            </a:avLst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5237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支持更多论文模板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962656"/>
            <a:ext cx="3840480" cy="347472"/>
          </a:xfrm>
          <a:prstGeom prst="roundRect">
            <a:avLst>
              <a:gd name="adj" fmla="val 10526"/>
            </a:avLst>
          </a:prstGeom>
          <a:solidFill>
            <a:srgbClr val="0F3460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9626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接入知网/万方知识库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401568"/>
            <a:ext cx="3840480" cy="347472"/>
          </a:xfrm>
          <a:prstGeom prst="roundRect">
            <a:avLst>
              <a:gd name="adj" fmla="val 10526"/>
            </a:avLst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34015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多语言论文生成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840480" y="2377440"/>
            <a:ext cx="1097280" cy="3657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课程论文智能写作与润色系统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DeepSeek 大模型的 AI 论文辅助写作平台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FastAPI + DeepSeek v4 + python-docx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课程论文智能写作与润色系统</dc:title>
  <dc:subject>PptxGenJS Presentation</dc:subject>
  <dc:creator>AI项目小组</dc:creator>
  <cp:lastModifiedBy>AI项目小组</cp:lastModifiedBy>
  <cp:revision>1</cp:revision>
  <dcterms:created xsi:type="dcterms:W3CDTF">2026-06-16T17:51:05Z</dcterms:created>
  <dcterms:modified xsi:type="dcterms:W3CDTF">2026-06-16T17:51:05Z</dcterms:modified>
</cp:coreProperties>
</file>